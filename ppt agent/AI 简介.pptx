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简介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由简单 PPT Agent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简介（第 1 部分）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 简介 的基本概念</a:t>
            </a:r>
          </a:p>
          <a:p>
            <a:pPr>
              <a:defRPr sz="2000"/>
            </a:pPr>
            <a:r>
              <a:t>主要特点</a:t>
            </a:r>
          </a:p>
          <a:p>
            <a:pPr>
              <a:defRPr sz="2000"/>
            </a:pPr>
            <a:r>
              <a:t>典型应用场景</a:t>
            </a:r>
          </a:p>
          <a:p>
            <a:pPr>
              <a:defRPr sz="2000"/>
            </a:pPr>
            <a:r>
              <a:t>未来发展方向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